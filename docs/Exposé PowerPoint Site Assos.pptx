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0accebf4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0accebf4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accebf4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0accebf4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accebf4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0accebf4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accebf4e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0accebf4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0accebf4e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0accebf4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7532604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7532604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7532604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7532604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75326043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75326043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75326043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75326043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60950" y="18319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30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Site de Gestion d’Association</a:t>
            </a:r>
            <a:endParaRPr sz="3022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0" y="1311675"/>
            <a:ext cx="4746600" cy="23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 MySQL HTML CSS JAVASCRIPT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PhpMyAdmin XAMPP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TEDJIOGNY Fabrice 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L2 MIASHS TD 9 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Merci aussi Mme Faten Hedjaj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 title="CaptureDash.PNG"/>
          <p:cNvPicPr preferRelativeResize="0"/>
          <p:nvPr/>
        </p:nvPicPr>
        <p:blipFill rotWithShape="1">
          <a:blip r:embed="rId3">
            <a:alphaModFix/>
          </a:blip>
          <a:srcRect b="0" l="9807" r="9807" t="0"/>
          <a:stretch/>
        </p:blipFill>
        <p:spPr>
          <a:xfrm>
            <a:off x="4397400" y="1241200"/>
            <a:ext cx="4746602" cy="29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460950" y="1546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rgbClr val="000000"/>
                </a:solidFill>
              </a:rPr>
              <a:t>Sujet du Projet 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4572000" y="1222225"/>
            <a:ext cx="4505700" cy="14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 des Membres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 des Activités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Inscription aux activités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 projet consiste à développer un site web permettant de gérer une association, en facilitant l’administration des membres et des activités.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 title="Capture2.PNG"/>
          <p:cNvPicPr preferRelativeResize="0"/>
          <p:nvPr/>
        </p:nvPicPr>
        <p:blipFill rotWithShape="1">
          <a:blip r:embed="rId3">
            <a:alphaModFix/>
          </a:blip>
          <a:srcRect b="0" l="13852" r="13852" t="0"/>
          <a:stretch/>
        </p:blipFill>
        <p:spPr>
          <a:xfrm>
            <a:off x="70450" y="1117675"/>
            <a:ext cx="4795226" cy="362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291850" y="701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Fonctionnement</a:t>
            </a:r>
            <a:endParaRPr sz="5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150925" y="1157800"/>
            <a:ext cx="4179300" cy="32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site fonctionne avec deux types d’utilisateurs 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Administrateur : gère les membres et les activités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Utilisateur : consulte les activités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Flux :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Admin → crée → modifie → inscrit</a:t>
            </a:r>
            <a:b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Utilisateur → consulte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5" title="Capture3.png"/>
          <p:cNvPicPr preferRelativeResize="0"/>
          <p:nvPr/>
        </p:nvPicPr>
        <p:blipFill rotWithShape="1">
          <a:blip r:embed="rId3">
            <a:alphaModFix/>
          </a:blip>
          <a:srcRect b="13300" l="0" r="0" t="13300"/>
          <a:stretch/>
        </p:blipFill>
        <p:spPr>
          <a:xfrm>
            <a:off x="4102150" y="1059159"/>
            <a:ext cx="5041848" cy="3700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460950" y="1969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Fonctionnalités</a:t>
            </a:r>
            <a:endParaRPr sz="4800"/>
          </a:p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5218600" y="1300900"/>
            <a:ext cx="3925500" cy="33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Ajouter / modifier / supprimer un membre</a:t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Ajouter / modifier / supprimer une activité</a:t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Inscrire / désinscrire un membre</a:t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Recherche dynamique en temps réel</a:t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Gestion des erreurs</a:t>
            </a:r>
            <a:endParaRPr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/>
          </a:p>
        </p:txBody>
      </p:sp>
      <p:pic>
        <p:nvPicPr>
          <p:cNvPr id="108" name="Google Shape;108;p16" title="Capture4.PNG"/>
          <p:cNvPicPr preferRelativeResize="0"/>
          <p:nvPr/>
        </p:nvPicPr>
        <p:blipFill rotWithShape="1">
          <a:blip r:embed="rId3">
            <a:alphaModFix/>
          </a:blip>
          <a:srcRect b="0" l="12378" r="12378" t="0"/>
          <a:stretch/>
        </p:blipFill>
        <p:spPr>
          <a:xfrm>
            <a:off x="84550" y="1202225"/>
            <a:ext cx="4981024" cy="332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ctrTitle"/>
          </p:nvPr>
        </p:nvSpPr>
        <p:spPr>
          <a:xfrm>
            <a:off x="460950" y="1969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rgbClr val="000000"/>
                </a:solidFill>
              </a:rPr>
              <a:t> INTERFACES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4880100" y="1252988"/>
            <a:ext cx="42639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300">
                <a:solidFill>
                  <a:srgbClr val="000000"/>
                </a:solidFill>
              </a:rPr>
              <a:t>Le site propose plusieurs interfaces :</a:t>
            </a:r>
            <a:endParaRPr sz="2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2300">
                <a:solidFill>
                  <a:srgbClr val="000000"/>
                </a:solidFill>
              </a:rPr>
              <a:t>Interface de gestion des membres</a:t>
            </a:r>
            <a:endParaRPr sz="2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2300">
                <a:solidFill>
                  <a:srgbClr val="000000"/>
                </a:solidFill>
              </a:rPr>
              <a:t>Interface de gestion des activités</a:t>
            </a:r>
            <a:endParaRPr sz="2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2300">
                <a:solidFill>
                  <a:srgbClr val="000000"/>
                </a:solidFill>
              </a:rPr>
              <a:t>Interface utilisateur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pic>
        <p:nvPicPr>
          <p:cNvPr id="115" name="Google Shape;115;p17" title="Capture5.PNG"/>
          <p:cNvPicPr preferRelativeResize="0"/>
          <p:nvPr/>
        </p:nvPicPr>
        <p:blipFill rotWithShape="1">
          <a:blip r:embed="rId3">
            <a:alphaModFix/>
          </a:blip>
          <a:srcRect b="0" l="19567" r="19573" t="0"/>
          <a:stretch/>
        </p:blipFill>
        <p:spPr>
          <a:xfrm>
            <a:off x="81950" y="1174937"/>
            <a:ext cx="4877924" cy="348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ctrTitle"/>
          </p:nvPr>
        </p:nvSpPr>
        <p:spPr>
          <a:xfrm>
            <a:off x="18945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4800">
                <a:solidFill>
                  <a:srgbClr val="000000"/>
                </a:solidFill>
              </a:rPr>
              <a:t> BASE DE DONNÉES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121" name="Google Shape;121;p18"/>
          <p:cNvSpPr txBox="1"/>
          <p:nvPr>
            <p:ph idx="1" type="subTitle"/>
          </p:nvPr>
        </p:nvSpPr>
        <p:spPr>
          <a:xfrm>
            <a:off x="356550" y="1012250"/>
            <a:ext cx="3224700" cy="3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base de données est composée de 3 tables 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membre (nom, prénom, email)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activite (titre, description, date)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membre_activite (relation)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Relation :</a:t>
            </a:r>
            <a:b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plusieurs membres ↔ plusieurs activités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8" title="Capture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3350" y="711225"/>
            <a:ext cx="4252750" cy="42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ctrTitle"/>
          </p:nvPr>
        </p:nvSpPr>
        <p:spPr>
          <a:xfrm>
            <a:off x="18945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4800">
                <a:solidFill>
                  <a:srgbClr val="000000"/>
                </a:solidFill>
              </a:rPr>
              <a:t>ASPECTS TECHNIQUES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128" name="Google Shape;128;p19"/>
          <p:cNvSpPr txBox="1"/>
          <p:nvPr>
            <p:ph idx="1" type="subTitle"/>
          </p:nvPr>
        </p:nvSpPr>
        <p:spPr>
          <a:xfrm>
            <a:off x="189450" y="838800"/>
            <a:ext cx="3224700" cy="3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structure des pages et formulaires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mise en forme du site et cohérence visuelle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recherche dynamique et confirmations d’actions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logique serveur, traitement des formulaires, gestion des sessions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/ PHPMyAdmin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gestion et administration de la base de données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XAMPP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environnement local pour exécuter Apache et MySQL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9" title="Capture7.png"/>
          <p:cNvPicPr preferRelativeResize="0"/>
          <p:nvPr/>
        </p:nvPicPr>
        <p:blipFill rotWithShape="1">
          <a:blip r:embed="rId3">
            <a:alphaModFix/>
          </a:blip>
          <a:srcRect b="12495" l="0" r="0" t="12503"/>
          <a:stretch/>
        </p:blipFill>
        <p:spPr>
          <a:xfrm>
            <a:off x="3312925" y="838800"/>
            <a:ext cx="5512550" cy="41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ctrTitle"/>
          </p:nvPr>
        </p:nvSpPr>
        <p:spPr>
          <a:xfrm>
            <a:off x="460950" y="1969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rgbClr val="000000"/>
                </a:solidFill>
              </a:rPr>
              <a:t> </a:t>
            </a:r>
            <a:r>
              <a:rPr lang="fr" sz="4800">
                <a:solidFill>
                  <a:srgbClr val="000000"/>
                </a:solidFill>
              </a:rPr>
              <a:t>GESTION DES DOUBLONS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135" name="Google Shape;135;p20"/>
          <p:cNvSpPr txBox="1"/>
          <p:nvPr>
            <p:ph idx="1" type="subTitle"/>
          </p:nvPr>
        </p:nvSpPr>
        <p:spPr>
          <a:xfrm>
            <a:off x="4880100" y="1252988"/>
            <a:ext cx="42639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900">
                <a:solidFill>
                  <a:srgbClr val="000000"/>
                </a:solidFill>
              </a:rPr>
              <a:t>Pour éviter les erreurs :</a:t>
            </a:r>
            <a:endParaRPr sz="1900">
              <a:solidFill>
                <a:srgbClr val="000000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lang="fr" sz="1900">
                <a:solidFill>
                  <a:srgbClr val="000000"/>
                </a:solidFill>
              </a:rPr>
              <a:t>Email unique pour chaque membre</a:t>
            </a:r>
            <a:endParaRPr sz="1900">
              <a:solidFill>
                <a:srgbClr val="000000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lang="fr" sz="1900">
                <a:solidFill>
                  <a:srgbClr val="000000"/>
                </a:solidFill>
              </a:rPr>
              <a:t>Titre unique pour chaque activité</a:t>
            </a:r>
            <a:endParaRPr sz="1900">
              <a:solidFill>
                <a:srgbClr val="000000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lang="fr" sz="1900">
                <a:solidFill>
                  <a:srgbClr val="000000"/>
                </a:solidFill>
              </a:rPr>
              <a:t>Inscription unique (membre + activité)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900">
                <a:solidFill>
                  <a:srgbClr val="000000"/>
                </a:solidFill>
              </a:rPr>
              <a:t>👉 Double sécurité :</a:t>
            </a:r>
            <a:endParaRPr sz="1900">
              <a:solidFill>
                <a:srgbClr val="000000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lang="fr" sz="1900">
                <a:solidFill>
                  <a:srgbClr val="000000"/>
                </a:solidFill>
              </a:rPr>
              <a:t>vérification PHP</a:t>
            </a:r>
            <a:endParaRPr sz="1900">
              <a:solidFill>
                <a:srgbClr val="000000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●"/>
            </a:pPr>
            <a:r>
              <a:rPr lang="fr" sz="1900">
                <a:solidFill>
                  <a:srgbClr val="000000"/>
                </a:solidFill>
              </a:rPr>
              <a:t>contrainte SQL</a:t>
            </a:r>
            <a:endParaRPr sz="19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36" name="Google Shape;136;p20" title="Capture8.PNG"/>
          <p:cNvPicPr preferRelativeResize="0"/>
          <p:nvPr/>
        </p:nvPicPr>
        <p:blipFill rotWithShape="1">
          <a:blip r:embed="rId3">
            <a:alphaModFix/>
          </a:blip>
          <a:srcRect b="0" l="2866" r="2857" t="0"/>
          <a:stretch/>
        </p:blipFill>
        <p:spPr>
          <a:xfrm>
            <a:off x="81950" y="1174937"/>
            <a:ext cx="4877924" cy="348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ctrTitle"/>
          </p:nvPr>
        </p:nvSpPr>
        <p:spPr>
          <a:xfrm>
            <a:off x="460950" y="1969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rgbClr val="000000"/>
                </a:solidFill>
              </a:rPr>
              <a:t> </a:t>
            </a:r>
            <a:r>
              <a:rPr lang="fr" sz="4800">
                <a:solidFill>
                  <a:srgbClr val="000000"/>
                </a:solidFill>
              </a:rPr>
              <a:t>DIFFICULTÉS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142" name="Google Shape;142;p21"/>
          <p:cNvSpPr txBox="1"/>
          <p:nvPr>
            <p:ph idx="1" type="subTitle"/>
          </p:nvPr>
        </p:nvSpPr>
        <p:spPr>
          <a:xfrm>
            <a:off x="5201875" y="1253000"/>
            <a:ext cx="39420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</a:rPr>
              <a:t>Gestion des doublons</a:t>
            </a:r>
            <a:endParaRPr sz="20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</a:rPr>
              <a:t>Synchronisation base / interface</a:t>
            </a:r>
            <a:endParaRPr sz="20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fr" sz="2000">
                <a:solidFill>
                  <a:srgbClr val="000000"/>
                </a:solidFill>
              </a:rPr>
              <a:t>Mise en place de la recherche dynamique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000">
                <a:solidFill>
                  <a:srgbClr val="000000"/>
                </a:solidFill>
              </a:rPr>
              <a:t>👉Ces difficultés ont permis d’améliorer la robustesse du projet.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43" name="Google Shape;143;p21" title="Capture9.PNG"/>
          <p:cNvPicPr preferRelativeResize="0"/>
          <p:nvPr/>
        </p:nvPicPr>
        <p:blipFill rotWithShape="1">
          <a:blip r:embed="rId3">
            <a:alphaModFix/>
          </a:blip>
          <a:srcRect b="0" l="1747" r="1747" t="0"/>
          <a:stretch/>
        </p:blipFill>
        <p:spPr>
          <a:xfrm>
            <a:off x="81950" y="1174937"/>
            <a:ext cx="4877925" cy="34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ctrTitle"/>
          </p:nvPr>
        </p:nvSpPr>
        <p:spPr>
          <a:xfrm>
            <a:off x="18945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4800">
                <a:solidFill>
                  <a:srgbClr val="000000"/>
                </a:solidFill>
              </a:rPr>
              <a:t>Conclusion</a:t>
            </a:r>
            <a:endParaRPr sz="4800">
              <a:solidFill>
                <a:srgbClr val="000000"/>
              </a:solidFill>
            </a:endParaRPr>
          </a:p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189450" y="838800"/>
            <a:ext cx="3224700" cy="3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 fonctionnel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claire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données maîtrisée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Possibilités d’amélioration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Améliorations 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pagination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f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comptes utilisateurs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2" title="Capture10.PNG"/>
          <p:cNvPicPr preferRelativeResize="0"/>
          <p:nvPr/>
        </p:nvPicPr>
        <p:blipFill rotWithShape="1">
          <a:blip r:embed="rId3">
            <a:alphaModFix/>
          </a:blip>
          <a:srcRect b="3670" l="0" r="0" t="3660"/>
          <a:stretch/>
        </p:blipFill>
        <p:spPr>
          <a:xfrm>
            <a:off x="3312925" y="838800"/>
            <a:ext cx="5512550" cy="41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